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드라이브 코치 — 화내지 않는 조수석" descr="드라이브 코치 — 화내지 않는 조수석. 초보·장롱면허 운전자를 위한 AAOS 운전 연수 어시스턴트. 사고치조 · 전준영. 아이 때문에 다시 운전을 시작한 장롱면허 10년차 아내를 위해 만들었습니다. 왜 필요한가: 차량 물적 사고 10건 중 3건(30.2%)이 주차 중, 그중 53.8%가 후진 / 초보운전자 첫해 사고의 41%가 처음 100일 안에 / 학원 도로연수 10시간 50~60만 원. 가장 사고가 많은 순간을 화내지 않고 반복해 줄 조수석이 없다. 어떻게: 두려운 상황을 과제로 쪼개고 차량 신호로 과정을 측정해 도움을 줄여 간다 — 과제 18(주차 4·도로 주행 6·점검 2·지식 6) × 가이드 → 힌트 → 평가. 연습 여정: 01 대화로 과제 고르기 · 02 브리핑 · 03 연습(후면 주차) · 04 회차 판정 · 05 리포트·진단서 · 06 시험장 모의시험. 검증: 사내 차량 환경(Real VSS)에서 코드 수정 없이 실행 — 실신호 7·시뮬레이션 1·미측정 0(후면 주차), 사내 Copilot 응답 1.2~1.5 s, 단위 테스트 350. 한계: 카메라가 없어 칸 안 최종 위치는 판정하지 않는다. 예약·진단서 공유·시험장 위치 신호는 시뮬레이션/예시. 출처: 보험개발원·현대해상·동부화재·KB손해보험 공동 조사(2017.1), 현대해상 교통기후환경연구소(2016.12), 2025년 언론 보도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iveCoach">
  <a:themeElements>
    <a:clrScheme name="DriveCoach">
      <a:dk1>
        <a:srgbClr val="070827"/>
      </a:dk1>
      <a:lt1>
        <a:srgbClr val="FCFCFA"/>
      </a:lt1>
      <a:dk2>
        <a:srgbClr val="070827"/>
      </a:dk2>
      <a:lt2>
        <a:srgbClr val="E5E6F0"/>
      </a:lt2>
      <a:accent1>
        <a:srgbClr val="5B60A1"/>
      </a:accent1>
      <a:accent2>
        <a:srgbClr val="F52D48"/>
      </a:accent2>
      <a:accent3>
        <a:srgbClr val="E5E6F0"/>
      </a:accent3>
      <a:accent4>
        <a:srgbClr val="070827"/>
      </a:accent4>
      <a:accent5>
        <a:srgbClr val="5B60A1"/>
      </a:accent5>
      <a:accent6>
        <a:srgbClr val="F52D48"/>
      </a:accent6>
      <a:hlink>
        <a:srgbClr val="5B60A1"/>
      </a:hlink>
      <a:folHlink>
        <a:srgbClr val="5B60A1"/>
      </a:folHlink>
    </a:clrScheme>
    <a:fontScheme name="DriveCoach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DriveCoac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drive-coach make_pptx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드라이브 코치 — 화내지 않는 조수석</dc:title>
  <dc:creator>사고치조</dc:creator>
  <dcterms:created xsi:type="dcterms:W3CDTF">2026-10-07T00:00:00Z</dcterms:created>
</cp:coreProperties>
</file>