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theme" Target="theme/theme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ableStyles" Target="tableStyles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20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rive Coach - 화내지 않는 조수석" descr="Drive Coach — 화내지 않는 조수석. 초보·장롱면허 운전자를 위한 AAOS 운전 연수 어시스턴트. 팀 사고치조 · 전준영. 왜 필요한가: 차량 물적 사고의 30.2%가 주차 중(그중 53.8%가 후진), 초보운전자 첫해 사고의 41%가 처음 100일 안, 학원 도로연수 10시간 50~60만 원 — 가장 사고가 많은 순간을 화내지 않고 반복해 줄 조수석이 없다. 어떻게: 두려운 상황을 과제 18개(주차 4·도로 주행 6·점검 2·지식 6)로 쪼개고 차량 신호로 과정을 측정해 가이드→힌트→평가로 도움을 줄여 간다. 연습 여정: 프로필이 고른 과제 → 말 카드로 코치와 대화 → 연습(조향 링·기어·뒤 거리, 틀린 순간엔 규칙이 바로 말함) → 회차 판정 네 가지 → 진단서·공유 범위 → 제휴 시험장 모의시험. 검증: 사내 차량 환경(Real VSS)에서 코드 수정 없이 실행, 실신호 7·시뮬레이션 1·미측정 0, Copilot 응답 1.2~1.5초, 단위 테스트 368. 한계: 카메라가 없어 칸 안 최종 위치는 판정하지 않음, 예약·공유·시험장 신호는 시뮬레이션/예시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riveCoach">
  <a:themeElements>
    <a:clrScheme name="DriveCoach">
      <a:dk1>
        <a:srgbClr val="070827"/>
      </a:dk1>
      <a:lt1>
        <a:srgbClr val="FCFCFA"/>
      </a:lt1>
      <a:dk2>
        <a:srgbClr val="070827"/>
      </a:dk2>
      <a:lt2>
        <a:srgbClr val="E5E6F0"/>
      </a:lt2>
      <a:accent1>
        <a:srgbClr val="5B60A1"/>
      </a:accent1>
      <a:accent2>
        <a:srgbClr val="F52D48"/>
      </a:accent2>
      <a:accent3>
        <a:srgbClr val="E5E6F0"/>
      </a:accent3>
      <a:accent4>
        <a:srgbClr val="070827"/>
      </a:accent4>
      <a:accent5>
        <a:srgbClr val="5B60A1"/>
      </a:accent5>
      <a:accent6>
        <a:srgbClr val="F52D48"/>
      </a:accent6>
      <a:hlink>
        <a:srgbClr val="5B60A1"/>
      </a:hlink>
      <a:folHlink>
        <a:srgbClr val="5B60A1"/>
      </a:folHlink>
    </a:clrScheme>
    <a:fontScheme name="DriveCoach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DriveCoach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drive-coach make_pptx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Drive Coach - 화내지 않는 조수석</dc:title>
  <dc:creator>사고치조</dc:creator>
  <dcterms:created xsi:type="dcterms:W3CDTF">2026-10-07T00:00:00Z</dcterms:created>
</cp:coreProperties>
</file>